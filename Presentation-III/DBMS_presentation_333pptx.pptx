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Part 3: this is the working UI connected to the MySQL database. We will demonstrate insert, view and delete live and show each change in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the user clicks in the browser, Flask validates and runs SQL through mysql-connector-python, MySQL stores the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MySQL Workbench or the terminal open beside the browser so the audience sees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566160"/>
            <a:ext cx="5120640" cy="512064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2468880"/>
            <a:ext cx="3108960" cy="31089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936346"/>
            <a:ext cx="321869" cy="3218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USER INTERFACE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Web UI on MySQL for the IT Helpdesk &amp; Asset Support Management System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Records  •  Delete Records  •  View Records  •  Live Demonstration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 connected to a live MySQL database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  |  Final Presentation III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UI Connects to MySQL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button on the screen becomes a request that ends as a SQL statement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108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037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UI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718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dashboards, forms and tables. Toast messages confirm every action.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730752" y="2788920"/>
            <a:ext cx="737464" cy="457200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41368" y="1737360"/>
            <a:ext cx="3108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15688" y="201168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12" y="220370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3864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Backend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63864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app.py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815688" y="29718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API endpoints check the user's role, validate input and run the SQL.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723480" y="2788920"/>
            <a:ext cx="737464" cy="457200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34095" y="1737360"/>
            <a:ext cx="3108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808415" y="201168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439" y="220370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631375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9631375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it_helpdesk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808415" y="29718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related tables hold the data. The change is stored here permanently.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709160"/>
            <a:ext cx="310896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48006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8" name="Text 23"/>
          <p:cNvSpPr txBox="1"/>
          <p:nvPr/>
        </p:nvSpPr>
        <p:spPr>
          <a:xfrm>
            <a:off x="1737360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Technician · User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4541368" y="4709160"/>
            <a:ext cx="310896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815688" y="48006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31" name="Text 26"/>
          <p:cNvSpPr txBox="1"/>
          <p:nvPr/>
        </p:nvSpPr>
        <p:spPr>
          <a:xfrm>
            <a:off x="5730088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tickets, assets …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534095" y="4709160"/>
            <a:ext cx="310896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808415" y="48006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34" name="Text 29"/>
          <p:cNvSpPr txBox="1"/>
          <p:nvPr/>
        </p:nvSpPr>
        <p:spPr>
          <a:xfrm>
            <a:off x="9722815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View · Delete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Operations to Demonstrate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is shown live, then confirmed directly in the database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3832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15066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7452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new ticket or add an asset using a form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160520"/>
            <a:ext cx="2743200" cy="457200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to: Admin · User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04208" y="1600200"/>
            <a:ext cx="33832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24248" y="192024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676" y="2150669"/>
            <a:ext cx="362102" cy="3621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730088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4724248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tickets and assets in tables with joined details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724248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24248" y="4160520"/>
            <a:ext cx="2743200" cy="457200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24248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JOIN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724248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to: Admin · Technician · User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259775" y="1600200"/>
            <a:ext cx="33832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579815" y="1920240"/>
            <a:ext cx="822960" cy="8229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244" y="2150669"/>
            <a:ext cx="362102" cy="36210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585655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2800" dirty="0"/>
          </a:p>
        </p:txBody>
      </p:sp>
      <p:sp>
        <p:nvSpPr>
          <p:cNvPr id="28" name="Text 23"/>
          <p:cNvSpPr txBox="1"/>
          <p:nvPr/>
        </p:nvSpPr>
        <p:spPr>
          <a:xfrm>
            <a:off x="8579815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record after a confirmation prompt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579815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579815" y="4160520"/>
            <a:ext cx="2743200" cy="457200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579815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579815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to: Admin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7240" y="55778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action we run a SELECT in MySQL to show the change is really stored.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— Raising a New Ticket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submission becomes a new row in the tickets table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70332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761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ticket list before insert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157276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5B7182"/>
          </a:solidFill>
          <a:ln w="12700">
            <a:solidFill>
              <a:srgbClr val="5B71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463040"/>
            <a:ext cx="370332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61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new ticket shown after insert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44568" y="157276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44568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7589520" cy="1600200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14223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86968" y="414223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88136" y="414223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438912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 (user_id, asset_id, category_id, priority, status)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101, 1, 'High', 'Open');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OK, 1 row affected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ticket_id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LIMIT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1463040"/>
            <a:ext cx="3230575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41080" y="16916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699" y="184525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326880" y="1691640"/>
            <a:ext cx="2133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2377440"/>
            <a:ext cx="27733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New Ticket form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category, asset and priority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runs the INSERT and returns a toast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 appears in the list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412480" y="4160520"/>
            <a:ext cx="3230575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168" y="44805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549640" y="5001768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SELECT showing the new row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522208" y="427024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522208" y="4270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count in tickets goes up by one and the new ticket_id is visible in MySQL.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— Browsing Records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queries turn foreign keys into readable tables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70332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761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Tickets page (view)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157276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5B7182"/>
          </a:solidFill>
          <a:ln w="12700">
            <a:solidFill>
              <a:srgbClr val="5B71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463040"/>
            <a:ext cx="370332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61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Assets page (view)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44568" y="157276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44568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7589520" cy="1600200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14223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86968" y="414223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88136" y="414223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438912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t.ticket_id, u.name, a.asset_tag, c.name, t.priority, t.status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 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u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t.user_id = u.user_id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 a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t.asset_id = a.asset_id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c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t.category_id = c.category_id;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1463040"/>
            <a:ext cx="3230575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41080" y="16916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699" y="184525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326880" y="1691640"/>
            <a:ext cx="2133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2377440"/>
            <a:ext cx="27733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Tickets or Assets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runs a SELECT with joins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 as a table with user, asset and technician names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and users see only their own tickets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412480" y="4160520"/>
            <a:ext cx="3230575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168" y="44805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549640" y="5001768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same query in MySQL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522208" y="427024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522208" y="4270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on screen matches the rows returned by the query in MySQL.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— Removing a Record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action removes the row from the database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70332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761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record before delete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157276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5B7182"/>
          </a:solidFill>
          <a:ln w="12700">
            <a:solidFill>
              <a:srgbClr val="5B71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463040"/>
            <a:ext cx="370332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61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record gone after delete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44568" y="157276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44568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7589520" cy="1600200"/>
          </a:xfrm>
          <a:prstGeom prst="rect">
            <a:avLst/>
          </a:prstGeom>
          <a:solidFill>
            <a:srgbClr val="10182B"/>
          </a:solidFill>
          <a:ln w="12700">
            <a:solidFill>
              <a:srgbClr val="10182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14223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86968" y="414223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88136" y="414223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438912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asset_id = 103;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OK, 1 row affected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 </a:t>
            </a:r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asset_id = 103;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1463040"/>
            <a:ext cx="3230575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41080" y="1691640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699" y="184525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326880" y="1691640"/>
            <a:ext cx="2133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2377440"/>
            <a:ext cx="27733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Delete on a record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dialog prevents accidents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runs the DELETE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disappears from the table and from MySQL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412480" y="4160520"/>
            <a:ext cx="3230575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168" y="44805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549640" y="5001768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SELECT returns no row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522208" y="427024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522208" y="4270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deleted record no longer appears in MySQL, and foreign keys keep related tables consistent.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we will follow during the presentation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80744" y="2194560"/>
            <a:ext cx="9430207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23544" y="173736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993392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926080"/>
            <a:ext cx="166420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8404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demo role account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09585" y="173736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617" y="1993392"/>
            <a:ext cx="402336" cy="4023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34681" y="2926080"/>
            <a:ext cx="166420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2571841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571841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571841" y="38404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new ticket form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95627" y="1737360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659" y="1993392"/>
            <a:ext cx="402336" cy="4023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320723" y="2926080"/>
            <a:ext cx="166420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4457883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4457883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4457883" y="38404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SELECT in MySQL to see the new row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581668" y="173736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700" y="1993392"/>
            <a:ext cx="402336" cy="40233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206764" y="2926080"/>
            <a:ext cx="166420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343924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6343924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6343924" y="38404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list and find the record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8467710" y="173736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742" y="1993392"/>
            <a:ext cx="402336" cy="402336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8092806" y="2926080"/>
            <a:ext cx="166420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822996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8229966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8229966" y="38404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deletion prompt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10353751" y="1737360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783" y="1993392"/>
            <a:ext cx="402336" cy="402336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9978847" y="2926080"/>
            <a:ext cx="166420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10116007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3"/>
          <p:cNvSpPr txBox="1"/>
          <p:nvPr/>
        </p:nvSpPr>
        <p:spPr>
          <a:xfrm>
            <a:off x="10116007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10116007" y="38404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SELECT again: row is gone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777240" y="539496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made in the UI is visible in MySQL straight away, with no manual refresh of the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Safeguards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keep the data safe while users insert and delete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643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5623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48256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7373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12140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Technician and User portals; session check on every protected route.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78728" y="1554480"/>
            <a:ext cx="53643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53048" y="185623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072" y="204825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67448" y="17373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467448" y="212140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scrypt hashing, so no plain-text passwords are stored.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063240"/>
            <a:ext cx="53643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36499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55701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324612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confirmation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363016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 asks before a record is removed, to prevent mistakes.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78728" y="3063240"/>
            <a:ext cx="53643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53048" y="336499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072" y="3557016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67448" y="324612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467448" y="363016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confirm success or show an error after each action.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4572000"/>
            <a:ext cx="53643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87375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065776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737360" y="475488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737360" y="513892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in tickets link users, technicians, assets and categories.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278728" y="4572000"/>
            <a:ext cx="53643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553048" y="487375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072" y="5065776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67448" y="475488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views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7467448" y="5138928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the tickets and data it is allowed to see.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Submission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UI connected to MySQL supports insert, delete and view, with each change shown in the database.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2377440"/>
          </a:xfrm>
          <a:prstGeom prst="rect">
            <a:avLst/>
          </a:prstGeom>
          <a:solidFill>
            <a:srgbClr val="2B3475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06040"/>
            <a:ext cx="777240" cy="777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8236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PPT / PDF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4208" y="2286000"/>
            <a:ext cx="3383280" cy="2377440"/>
          </a:xfrm>
          <a:prstGeom prst="rect">
            <a:avLst/>
          </a:prstGeom>
          <a:solidFill>
            <a:srgbClr val="2B3475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4248" y="2606040"/>
            <a:ext cx="777240" cy="777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875" y="282366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24248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24248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app.py, templates, static files, database.sql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59775" y="2286000"/>
            <a:ext cx="3383280" cy="2377440"/>
          </a:xfrm>
          <a:prstGeom prst="rect">
            <a:avLst/>
          </a:prstGeom>
          <a:solidFill>
            <a:srgbClr val="2B3475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79815" y="2606040"/>
            <a:ext cx="777240" cy="777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442" y="282366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79815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579815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delete and view screens, before and after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Presentation-III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Presentation-III: User Interface — IT Helpdesk &amp; Asset Support DBMS</dc:title>
  <dc:subject>PptxGenJS Presentation</dc:subject>
  <dc:creator>DBMS Course Project</dc:creator>
  <cp:lastModifiedBy>DBMS Course Project</cp:lastModifiedBy>
  <cp:revision>1</cp:revision>
  <dcterms:created xsi:type="dcterms:W3CDTF">2026-10-06T21:17:16Z</dcterms:created>
  <dcterms:modified xsi:type="dcterms:W3CDTF">2026-10-06T21:17:16Z</dcterms:modified>
</cp:coreProperties>
</file>