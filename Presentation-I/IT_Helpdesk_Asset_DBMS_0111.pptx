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983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9260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480560"/>
            <a:ext cx="3108960" cy="31089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589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 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242316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System for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Helpdesk &amp; Asset Support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 platform for ticketing, asset lifecycle tracking, and IT service delivery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502920" cy="3657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|  System Architecture  |  Implementation Plan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helpdesks handle a constant stream of tickets, incidents, and hardware/software assets. A purpose-built DBMS replaces spreadsheets and email threads with a single source of truth — linking every request to a user, a technician, and the asset involved, while enforcing data integrity through relational constraints.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95160" y="1097280"/>
            <a:ext cx="4617720" cy="5120640"/>
          </a:xfrm>
          <a:prstGeom prst="roundRect">
            <a:avLst>
              <a:gd name="adj" fmla="val 2376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463040"/>
            <a:ext cx="1051560" cy="10515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head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943" y="159974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69480" y="2697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69480" y="310896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means faster ticket resolution, accurate asset audits, and reliable SLA reporting for IT management.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4251960"/>
            <a:ext cx="4069080" cy="0"/>
          </a:xfrm>
          <a:prstGeom prst="line">
            <a:avLst/>
          </a:prstGeom>
          <a:noFill/>
          <a:ln w="12700">
            <a:solidFill>
              <a:srgbClr val="CBDC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4434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goal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69480" y="48006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normalized schema that connects Users, Tickets, Assets, and Technicians end to end.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2908341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816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Ticketing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98448" y="3108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assign, and track support tickets from creation to closure.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382274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7307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Assets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98448" y="4023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full lifecycle record for every hardware &amp; software asset.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41" y="473714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46451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Data Integrity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98448" y="4937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keys, constraints, and normalization to eliminate redundancy.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requirements driving the database schema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39" y="1842059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688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categorize, prioritize, and route tickets to the right technician.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5087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176479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51" y="1842059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4688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72584" y="2834640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hardware/software assets, warranties, locations, and ownership.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84464" y="15087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176479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763" y="1842059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0496" y="24688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Access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40496" y="2834640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end users, technicians, and admins with role-based permissions.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7083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939" y="4448099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749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Escalation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440680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response/resolution deadlines and auto-escalate breaches.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41148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37083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851" y="4448099"/>
            <a:ext cx="439826" cy="439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50749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Audit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72584" y="5440680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performance, asset-utilization, and compliance reports.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84464" y="41148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437083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di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7763" y="4448099"/>
            <a:ext cx="439826" cy="4398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0496" y="50749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40496" y="5440680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recurring issues to solutions for faster future resolution.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Architecture &amp;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 from client interface down to the persistence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174101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19842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helpdesk portal for end users, technicians, and admins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514600"/>
            <a:ext cx="27432" cy="164592"/>
          </a:xfrm>
          <a:prstGeom prst="rect">
            <a:avLst/>
          </a:prstGeom>
          <a:solidFill>
            <a:srgbClr val="AFC6D2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679192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81635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2911450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7706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API Layer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authentication, ticket routing, and SLA engine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43400" y="3685032"/>
            <a:ext cx="27432" cy="164592"/>
          </a:xfrm>
          <a:prstGeom prst="rect">
            <a:avLst/>
          </a:prstGeom>
          <a:solidFill>
            <a:srgbClr val="AFC6D2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3849624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98678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4081882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941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91640" y="43251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DBMS (MySQL / PostgreSQL) storing users, tickets, assets, SLAs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343400" y="4855464"/>
            <a:ext cx="27432" cy="164592"/>
          </a:xfrm>
          <a:prstGeom prst="rect">
            <a:avLst/>
          </a:prstGeom>
          <a:solidFill>
            <a:srgbClr val="AFC6D2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5020056"/>
            <a:ext cx="7772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5157216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252314"/>
            <a:ext cx="541325" cy="5413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1149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691640" y="549554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backups, and scaling — on-premise or cloud (AWS / Azure)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595360" y="1508760"/>
            <a:ext cx="3017520" cy="4617720"/>
          </a:xfrm>
          <a:prstGeom prst="roundRect">
            <a:avLst>
              <a:gd name="adj" fmla="val 3030"/>
            </a:avLst>
          </a:prstGeom>
          <a:solidFill>
            <a:srgbClr val="21295C"/>
          </a:solidFill>
          <a:ln/>
        </p:spPr>
      </p:sp>
      <p:sp>
        <p:nvSpPr>
          <p:cNvPr id="28" name="Text 22"/>
          <p:cNvSpPr/>
          <p:nvPr/>
        </p:nvSpPr>
        <p:spPr>
          <a:xfrm>
            <a:off x="882396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8823960" y="227685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Text 24"/>
          <p:cNvSpPr/>
          <p:nvPr/>
        </p:nvSpPr>
        <p:spPr>
          <a:xfrm>
            <a:off x="9052560" y="21396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8823960" y="271576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2" name="Text 26"/>
          <p:cNvSpPr/>
          <p:nvPr/>
        </p:nvSpPr>
        <p:spPr>
          <a:xfrm>
            <a:off x="9052560" y="2578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Django REST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8823960" y="31546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4" name="Text 28"/>
          <p:cNvSpPr/>
          <p:nvPr/>
        </p:nvSpPr>
        <p:spPr>
          <a:xfrm>
            <a:off x="905256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Angular UI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823960" y="359359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6" name="Text 30"/>
          <p:cNvSpPr/>
          <p:nvPr/>
        </p:nvSpPr>
        <p:spPr>
          <a:xfrm>
            <a:off x="9052560" y="3456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(JWT)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823960" y="403250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8" name="Text 32"/>
          <p:cNvSpPr/>
          <p:nvPr/>
        </p:nvSpPr>
        <p:spPr>
          <a:xfrm>
            <a:off x="9052560" y="38953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8823960" y="447141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0" name="Text 34"/>
          <p:cNvSpPr/>
          <p:nvPr/>
        </p:nvSpPr>
        <p:spPr>
          <a:xfrm>
            <a:off x="9052560" y="43342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on-prem hosting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 — A Ticket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database moves a single support request from report to resolution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employee's laptop won't boot. She opens the helpdesk portal and submits a request.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68780" y="2880360"/>
            <a:ext cx="8851392" cy="0"/>
          </a:xfrm>
          <a:prstGeom prst="line">
            <a:avLst/>
          </a:prstGeom>
          <a:noFill/>
          <a:ln w="25400">
            <a:solidFill>
              <a:srgbClr val="CBDCE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348740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50" y="2643530"/>
            <a:ext cx="473659" cy="47365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30452" y="2542032"/>
            <a:ext cx="676656" cy="676656"/>
          </a:xfrm>
          <a:prstGeom prst="ellipse">
            <a:avLst/>
          </a:prstGeom>
          <a:ln w="25400">
            <a:solidFill>
              <a:srgbClr val="F2A5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084" y="338328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" y="344728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0100" y="3721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Logged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0100" y="42062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row in TICKET: user_id, category = "Hardware", priority = High.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561588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798" y="2643530"/>
            <a:ext cx="473659" cy="47365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543300" y="2542032"/>
            <a:ext cx="676656" cy="676656"/>
          </a:xfrm>
          <a:prstGeom prst="ellipse">
            <a:avLst/>
          </a:prstGeom>
          <a:ln w="25400">
            <a:solidFill>
              <a:srgbClr val="F2A54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84932" y="338328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18" name="Text 14"/>
          <p:cNvSpPr/>
          <p:nvPr/>
        </p:nvSpPr>
        <p:spPr>
          <a:xfrm>
            <a:off x="2884932" y="344728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012948" y="3721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Linked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012948" y="42062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TICKET.asset_id joins to ASSET, pulling model, serial no. &amp; warranty.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774436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2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646" y="2643530"/>
            <a:ext cx="473659" cy="47365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756148" y="2542032"/>
            <a:ext cx="676656" cy="676656"/>
          </a:xfrm>
          <a:prstGeom prst="ellipse">
            <a:avLst/>
          </a:prstGeom>
          <a:ln w="25400">
            <a:solidFill>
              <a:srgbClr val="F2A54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97780" y="338328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25" name="Text 20"/>
          <p:cNvSpPr/>
          <p:nvPr/>
        </p:nvSpPr>
        <p:spPr>
          <a:xfrm>
            <a:off x="5097780" y="344728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225796" y="3721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Assigned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225796" y="42062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matches category + workload, sets TICKET.technician_id.</a:t>
            </a:r>
            <a:endParaRPr lang="en-US" sz="980" dirty="0"/>
          </a:p>
        </p:txBody>
      </p:sp>
      <p:sp>
        <p:nvSpPr>
          <p:cNvPr id="28" name="Shape 23"/>
          <p:cNvSpPr/>
          <p:nvPr/>
        </p:nvSpPr>
        <p:spPr>
          <a:xfrm>
            <a:off x="7987284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494" y="2643530"/>
            <a:ext cx="473659" cy="473659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968996" y="2542032"/>
            <a:ext cx="676656" cy="676656"/>
          </a:xfrm>
          <a:prstGeom prst="ellipse">
            <a:avLst/>
          </a:prstGeom>
          <a:ln w="25400">
            <a:solidFill>
              <a:srgbClr val="F2A54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10628" y="338328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32" name="Text 26"/>
          <p:cNvSpPr/>
          <p:nvPr/>
        </p:nvSpPr>
        <p:spPr>
          <a:xfrm>
            <a:off x="7310628" y="344728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438644" y="3721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Tracked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438644" y="42062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SLA_POLICY sets a 4-hr deadline; a breach flag fires if it's missed.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10200132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4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3342" y="2643530"/>
            <a:ext cx="473659" cy="473659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10181844" y="2542032"/>
            <a:ext cx="676656" cy="676656"/>
          </a:xfrm>
          <a:prstGeom prst="ellipse">
            <a:avLst/>
          </a:prstGeom>
          <a:ln w="25400">
            <a:solidFill>
              <a:srgbClr val="F2A541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23476" y="338328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39" name="Text 32"/>
          <p:cNvSpPr/>
          <p:nvPr/>
        </p:nvSpPr>
        <p:spPr>
          <a:xfrm>
            <a:off x="9523476" y="344728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9651492" y="3721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&amp; Logged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9651492" y="42062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Closed; fix is added to the knowledge base for reuse.</a:t>
            </a:r>
            <a:endParaRPr lang="en-US" sz="980" dirty="0"/>
          </a:p>
        </p:txBody>
      </p:sp>
      <p:sp>
        <p:nvSpPr>
          <p:cNvPr id="42" name="Shape 35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43" name="Text 36"/>
          <p:cNvSpPr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linked record set — no re-entry, no lost history, and a reportable SLA outcome.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normalized, relational DBMS gives IT teams one reliable source of truth — linking users, tickets, assets, and technicians so support work is faster, auditable, and easy to report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24606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3957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72491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schema covering users, tickets, assets, categories, SLAs, and technicians.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" y="346649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4015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373075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ticket resolution and accurate, audit-ready asset records.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389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" y="447233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4074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71600" y="473659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AI-based ticket triage, automated asset discovery, and predictive SLA alerts.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&amp; ASSET SUPPORT MANAGEMENT SYSTEM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663</Words>
  <Application>Microsoft Macintosh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Sohan Yadav</cp:lastModifiedBy>
  <cp:revision>2</cp:revision>
  <dcterms:created xsi:type="dcterms:W3CDTF">2026-09-02T06:03:06Z</dcterms:created>
  <dcterms:modified xsi:type="dcterms:W3CDTF">2026-10-06T21:04:40Z</dcterms:modified>
</cp:coreProperties>
</file>